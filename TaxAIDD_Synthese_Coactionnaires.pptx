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XAIDD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182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TaxAIDD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B00E0"/>
                </a:solidFill>
              </a:rPr>
              <a:t>TaxAIDD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D2D2D"/>
                </a:solidFill>
              </a:rPr>
              <a:t>Point d'avancement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00E0"/>
                </a:solidFill>
              </a:rPr>
              <a:t>Synthese pour les coactionnaires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Fevrier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00"/>
                </a:solidFill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Etat actuel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40480" y="1005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Ce qui est construit et deploye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00"/>
                </a:solidFill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Roadmap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6 phases de developpement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00"/>
                </a:solidFill>
              </a:rPr>
              <a:t>03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Decisions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Choix techniques a valider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00"/>
                </a:solidFill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2651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Elements a fournir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Documents juridiques et fiscaux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00"/>
                </a:solidFill>
              </a:rPr>
              <a:t>05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Budget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Couts previsionnels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00"/>
                </a:solidFill>
              </a:rPr>
              <a:t>06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Prochaines etapes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Actions immediates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Etat actuel du projet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6B00E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914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49040" y="914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38404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Frontend complet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32588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13258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8 pages, 30+ composants, interface 3 colonnes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09928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099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Dashboard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17099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17099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Liste projets, filtres, creation projet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93976"/>
            <a:ext cx="8229600" cy="38404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9397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Gestion clients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209397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20939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CRUD clients avec contexte partage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478024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780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Vue operationnelle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0" y="247802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247802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Index documents / Apercu PDF / Contenu rapport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862072"/>
            <a:ext cx="8229600" cy="38404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8620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Upload documents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286207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286207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Supabase Storage (50MB/fichier, 1GB gratuit)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246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Deploiement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0" y="32461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49040" y="32461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GitHub Pages automatique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630168"/>
            <a:ext cx="8229600" cy="38404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6301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Classification IA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0" y="363016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1E8C"/>
                </a:solidFill>
              </a:rPr>
              <a:t>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749040" y="36301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Simule - regles basiques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014216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01421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Generation rapport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26080" y="401421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1E8C"/>
                </a:solidFill>
              </a:rPr>
              <a:t>○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749040" y="401421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Simule - donnees statiques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480560"/>
            <a:ext cx="8229600" cy="1371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~9 500 lignes de code TypeScript  |  Next.js 14 + React 18 + Tailwind CSS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Architecture Mock / Production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Meme codebase pour tout - Toggle via variable d'environnement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0" y="1371600"/>
            <a:ext cx="4572000" cy="731520"/>
          </a:xfrm>
          <a:prstGeom prst="rect">
            <a:avLst/>
          </a:prstGeom>
          <a:solidFill>
            <a:srgbClr val="F3E8FF"/>
          </a:solidFill>
          <a:ln w="25400">
            <a:solidFill>
              <a:srgbClr val="6B0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371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NEXT_PUBLIC_USE_MOCK = true / false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657600" cy="1371600"/>
          </a:xfrm>
          <a:prstGeom prst="rect">
            <a:avLst/>
          </a:prstGeom>
          <a:solidFill>
            <a:srgbClr val="F3F3F3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USE_MOCK = true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GitHub Pages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Donnees mock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Demos clients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2743200"/>
            <a:ext cx="3657600" cy="1371600"/>
          </a:xfrm>
          <a:prstGeom prst="rect">
            <a:avLst/>
          </a:prstGeom>
          <a:solidFill>
            <a:srgbClr val="F3E8FF"/>
          </a:solidFill>
          <a:ln w="25400">
            <a:solidFill>
              <a:srgbClr val="6B0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USE_MOCK = false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200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Vercel / Azure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API reelle + Supabase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Production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AA"/>
                </a:solidFill>
              </a:rPr>
              <a:t>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00E0"/>
                </a:solidFill>
              </a:rPr>
              <a:t>↓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Roadmap : 6 Phases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6B00E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Objectif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0" y="914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Effort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77840" y="914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Valeur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399032"/>
            <a:ext cx="274320" cy="274320"/>
          </a:xfrm>
          <a:prstGeom prst="ellipse">
            <a:avLst/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399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1325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Data Access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1325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1 jour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325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3F3"/>
                </a:solidFill>
              </a:rPr>
              <a:t>Fondation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1810512"/>
            <a:ext cx="274320" cy="2743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1810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80160" y="1737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Backend fondations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1737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2-3 jours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1737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2221992"/>
            <a:ext cx="274320" cy="2743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221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8016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Extraction texte PDF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148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1-2 jours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Technique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2633472"/>
            <a:ext cx="274320" cy="274320"/>
          </a:xfrm>
          <a:prstGeom prst="ellipse">
            <a:avLst/>
          </a:prstGeom>
          <a:solidFill>
            <a:srgbClr val="6B00E0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2633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80160" y="2560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Classification IA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2-3 jours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2560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00E0"/>
                </a:solidFill>
              </a:rPr>
              <a:t>⭐⭐ Differenciation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3044952"/>
            <a:ext cx="274320" cy="274320"/>
          </a:xfrm>
          <a:prstGeom prst="ellipse">
            <a:avLst/>
          </a:prstGeom>
          <a:solidFill>
            <a:srgbClr val="6B00E0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044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8016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Generation rapport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0" y="2971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3-4 jours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77840" y="2971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00E0"/>
                </a:solidFill>
              </a:rPr>
              <a:t>⭐⭐⭐ Valeur metier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594360" y="3456432"/>
            <a:ext cx="274320" cy="27432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456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280160" y="3383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IRL &amp; Q&amp;A automatises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0" y="3383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2-3 jours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3A0"/>
                </a:solidFill>
              </a:rPr>
              <a:t>⭐⭐ Productivite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45" name="Shape 43"/>
          <p:cNvSpPr/>
          <p:nvPr/>
        </p:nvSpPr>
        <p:spPr>
          <a:xfrm>
            <a:off x="594360" y="3867912"/>
            <a:ext cx="274320" cy="27432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3867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280160" y="3794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Export &amp; revue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114800" y="3794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2-3 jours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577840" y="3794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3A0"/>
                </a:solidFill>
              </a:rPr>
              <a:t>⭐ Finition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Total estime : 13-19 jours de developpement (~7 semaines)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Workflow automatise : 12 etapes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28016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Upload docs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1097280"/>
            <a:ext cx="1280160" cy="640080"/>
          </a:xfrm>
          <a:prstGeom prst="ellipse">
            <a:avLst/>
          </a:prstGeom>
          <a:solidFill>
            <a:srgbClr val="6B00E0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097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Classif. 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128016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97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Gen. IRL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280160" cy="640080"/>
          </a:xfrm>
          <a:prstGeom prst="ellipse">
            <a:avLst/>
          </a:prstGeom>
          <a:solidFill>
            <a:srgbClr val="6B00E0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97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Gen. Rapport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128016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97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Revue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89520" y="1097280"/>
            <a:ext cx="1280160" cy="640080"/>
          </a:xfrm>
          <a:prstGeom prst="ellipse">
            <a:avLst/>
          </a:prstGeom>
          <a:solidFill>
            <a:srgbClr val="6B00E0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097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64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Q&amp;A auto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B800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1280160" cy="640080"/>
          </a:xfrm>
          <a:prstGeom prst="ellipse">
            <a:avLst/>
          </a:prstGeom>
          <a:solidFill>
            <a:srgbClr val="6B00E0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" y="3474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Q&amp;A manqu.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37360" y="2743200"/>
            <a:ext cx="128016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3474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Import rep.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743200"/>
            <a:ext cx="1280160" cy="640080"/>
          </a:xfrm>
          <a:prstGeom prst="ellipse">
            <a:avLst/>
          </a:prstGeom>
          <a:solidFill>
            <a:srgbClr val="6B00E0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017520" y="3474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Modifs prop.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743200"/>
            <a:ext cx="128016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80560" y="3474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Export PPT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2743200"/>
            <a:ext cx="1280160" cy="640080"/>
          </a:xfrm>
          <a:prstGeom prst="ellipse">
            <a:avLst/>
          </a:prstGeom>
          <a:solidFill>
            <a:srgbClr val="6B00E0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43600" y="3474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Rev. coher.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589520" y="2743200"/>
            <a:ext cx="128016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12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06640" y="3474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Rapport final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43600" y="4114800"/>
            <a:ext cx="274320" cy="274320"/>
          </a:xfrm>
          <a:prstGeom prst="ellipse">
            <a:avLst/>
          </a:prstGeom>
          <a:solidFill>
            <a:srgbClr val="6B00E0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4069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= IA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32320" y="4114800"/>
            <a:ext cx="274320" cy="27432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4069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= Manuel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Decisions techniques a prendre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6B00E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5176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1005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Recommandation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Fournisseur 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OpenAI GPT-4 / Anthropic Claude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463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Claude (meilleur sur docs longs)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57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Base de donnees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057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Supabase PostgreSQL / Azure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Supabase (simplicite, gratuit)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51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OCR (scans)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651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Phase 2 ou plus tard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651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Plus tard (priorite PDF natifs)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Scope Phase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246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Tous domaines ou TAX seul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3246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TAX d'abord (valider puis etendre)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</a:rPr>
              <a:t>Risques identifies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Couts IA : ~$0.01-0.03/page  • Limite stockage : 1GB gratuit puis $25/mois  • Qualite classification : validation manuelle + feedback loop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Elements a fournir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Pour avancer sur la construction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463040"/>
          </a:xfrm>
          <a:prstGeom prst="rect">
            <a:avLst/>
          </a:prstGeom>
          <a:solidFill>
            <a:srgbClr val="F3E8FF"/>
          </a:solidFill>
          <a:ln w="25400">
            <a:solidFill>
              <a:srgbClr val="6B0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00E0"/>
                </a:solidFill>
              </a:rPr>
              <a:t>Immediat (cette semaine)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1. Credentials Supabase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   URL, anon key, service role key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2. Choix fournisseur 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   OpenAI ou Anthropic 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1463040"/>
          </a:xfrm>
          <a:prstGeom prst="rect">
            <a:avLst/>
          </a:prstGeom>
          <a:solidFill>
            <a:srgbClr val="F3F3F3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Court terme (2 semaines)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3. Documents de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   5-10 PDFs reels anonymises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4. Templates de rapport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   Exemples DD finaux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solidFill>
            <a:srgbClr val="F3F3F3"/>
          </a:solidFill>
          <a:ln w="25400">
            <a:solidFill>
              <a:srgbClr val="0033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A0"/>
                </a:solidFill>
              </a:rPr>
              <a:t>Moyen terme (1 mois) - Elements juridiques et fiscaux specifiques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5. Pour la classification IA : Arborescence complete, mots-cles discriminants, regles metier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6. Pour la generation rapport : Templates tableaux fiscaux, check-lists vigilance, formules calcul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7. Pour le Q&amp;A : Questions types par domaine, reponses attendues, red flags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Documents requis par domaine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164592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00E0"/>
                </a:solidFill>
              </a:rPr>
              <a:t>FISCAL (TAX)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Liasses fiscales (2050-2059)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Declarations TVA (CA3, CA12)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Avis d'imposition 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Doc. prix de transfert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Declarations CET/CFE/CVAE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Attestations regularite fiscale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16459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A0"/>
                </a:solidFill>
              </a:rPr>
              <a:t>CORPORATE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Statuts a jour (SAS, SARL, SA)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K-bis recent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Pacte d'associes/actionnaires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PV d'AG et de Conseil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Delegations de pouvoirs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Organigramme juridique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840480" cy="1645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SOCIAL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Contrats de travail (CDI, dirigeants)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Convention collective applicable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Accords entreprise (interessement)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Bulletins de paie (echantillon)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Attestations URSSAF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Registre du personnel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840480" cy="164592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1E8C"/>
                </a:solidFill>
              </a:rPr>
              <a:t>IP/IT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310896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Certificats depot INPI (marques)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Contrats licence logicielle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Documentation RGPD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Contrats IT/hebergement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Politique de confidentialite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• Brevets et propriete intellectuelle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Budget previsionnel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6B00E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40480" y="914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Gratuit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Payant (si besoin)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Supabase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1GB storage, 50K auth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$25/mois (8GB, 100K)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Vercel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Hobby (suffisant)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$20/mois (Pro)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OpenAI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-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~$50-100/mois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Anthropic 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-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~$50-100/mois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GitHub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2788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Gratuit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-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3840480" cy="1005840"/>
          </a:xfrm>
          <a:prstGeom prst="rect">
            <a:avLst/>
          </a:prstGeom>
          <a:solidFill>
            <a:srgbClr val="F3E8FF"/>
          </a:solidFill>
          <a:ln w="25400">
            <a:solidFill>
              <a:srgbClr val="6B0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00E0"/>
                </a:solidFill>
              </a:rPr>
              <a:t>Phase Test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00E0"/>
                </a:solidFill>
              </a:rPr>
              <a:t>~$100-200/mois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846320" y="3383280"/>
            <a:ext cx="3840480" cy="10058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Phase Production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~$200-400/mois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Prochaines etapes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00E0"/>
                </a:solidFill>
              </a:rPr>
              <a:t>Finaliser Supabase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Recuperer credentials, creer bucket documents, tester upload reel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1143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Aujourd'hui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00E0"/>
                </a:solidFill>
              </a:rPr>
              <a:t>Merger la PR actuelle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Branche claude/create-repo-RFrn8 - Upload Supabase + ClientsContext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Aujourd'hui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48640" cy="54864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00E0"/>
                </a:solidFill>
              </a:rPr>
              <a:t>Demarrer Phase 0-1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Data Access Layer (1 jour) + Fondations backend Prisma (2 jours)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Cette semaine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548640" cy="54864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00E0"/>
                </a:solidFill>
              </a:rPr>
              <a:t>Fournir documents test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PDFs anonymises par domaine (TAX, Corporate, Social, IP/IT)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2 semaines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B00E0"/>
                </a:solidFill>
              </a:rPr>
              <a:t>TaxAIDD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2D2D"/>
                </a:solidFill>
              </a:rPr>
              <a:t>Due Diligence augmentee par l'IA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00E0"/>
                </a:solidFill>
              </a:rPr>
              <a:t>thomaschardenal-ship-it.github.io/TaxAIDD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TaxAIDD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TaxAIDD - Synthese Coactionnaires</dc:title>
  <dc:subject>PptxGenJS Presentation</dc:subject>
  <dc:creator>TaxAIDD</dc:creator>
  <cp:lastModifiedBy>TaxAIDD</cp:lastModifiedBy>
  <cp:revision>1</cp:revision>
  <dcterms:created xsi:type="dcterms:W3CDTF">2026-02-05T09:58:30Z</dcterms:created>
  <dcterms:modified xsi:type="dcterms:W3CDTF">2026-02-05T09:58:30Z</dcterms:modified>
</cp:coreProperties>
</file>