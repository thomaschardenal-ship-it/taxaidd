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XAIDD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182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TaxAIDD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B00E0"/>
                </a:solidFill>
              </a:rPr>
              <a:t>TaxAIDD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</a:rPr>
              <a:t>Due Diligence augmentée par l'IA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00E0"/>
                </a:solidFill>
              </a:rPr>
              <a:t>Présentation Cofondateurs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Janvier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Le constat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Problématique marché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TaxAIDD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508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Notre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Démo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Mock-up de la plateforme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Workflow 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514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Automatisation du process DD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Besoins 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3017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Technologies et intégrations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520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Coûts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3520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Budget et investissements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</a:rPr>
              <a:t>07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Roadmap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Prochaines étapes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Le constat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</a:rPr>
              <a:t>La Due Diligence aujourd'hui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</a:rPr>
              <a:t>⏱️  Process chronophage : collecte manuelle, analyse document par document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</a:rPr>
              <a:t>⚠️  Risque d'erreur : volumes importants, délais serrés, pression client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</a:rPr>
              <a:t>🔄  Manque de standardisation : chaque équipe, ses méthodes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</a:rPr>
              <a:t>📊  Traçabilité limitée : difficile de retrouver la source d'une information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6B00E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Objectif : Automatiser, standardiser, sécuriser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TaxAIDD : Notre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</a:rPr>
              <a:t>Une plateforme de Due Diligence augmentée par l'IA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1188720"/>
          </a:xfrm>
          <a:prstGeom prst="rect">
            <a:avLst/>
          </a:prstGeom>
          <a:solidFill>
            <a:srgbClr val="F3F3F3"/>
          </a:solidFill>
          <a:ln w="25400">
            <a:solidFill>
              <a:srgbClr val="6B0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Classification automatique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Les documents sont triés par l'IA dans l'arborescence standard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3840480" cy="1188720"/>
          </a:xfrm>
          <a:prstGeom prst="rect">
            <a:avLst/>
          </a:prstGeom>
          <a:solidFill>
            <a:srgbClr val="F3F3F3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Génération de rapport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Tableaux, listes de risques, synthèses générés automatiquement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840480" cy="1188720"/>
          </a:xfrm>
          <a:prstGeom prst="rect">
            <a:avLst/>
          </a:prstGeom>
          <a:solidFill>
            <a:srgbClr val="F3F3F3"/>
          </a:solidFill>
          <a:ln w="25400">
            <a:solidFill>
              <a:srgbClr val="003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A0"/>
                </a:solidFill>
              </a:rPr>
              <a:t>Q&amp;A intelligent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Réponses extraites des documents, questions manquantes identifiées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840480" cy="1188720"/>
          </a:xfrm>
          <a:prstGeom prst="rect">
            <a:avLst/>
          </a:prstGeom>
          <a:solidFill>
            <a:srgbClr val="F3F3F3"/>
          </a:solidFill>
          <a:ln w="25400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8C"/>
                </a:solidFill>
              </a:rPr>
              <a:t>Contrôle qualité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383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Vérification de cohérence et conformité avant livraison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Démo : Vue Opérationnelle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F3F3F3"/>
          </a:solidFill>
          <a:ln w="12700">
            <a:solidFill>
              <a:srgbClr val="6B00E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[ DÉMO LIVE ]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Interface 3 colonnes 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• Index documentaire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• Visualisation PDF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• Éléments du rapport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Workflow : Vue d'ensemble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Upload documents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118872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188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Classification 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88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Génération IRL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88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Génération Rapport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88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Revue manuelle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118872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188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Q&amp;A automatique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B800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Envoi Q&amp;A client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37360" y="301752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Import réponses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301752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1752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Validation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01752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8056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Export PPT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3017520"/>
            <a:ext cx="1280160" cy="640080"/>
          </a:xfrm>
          <a:prstGeom prst="ellipse">
            <a:avLst/>
          </a:prstGeom>
          <a:solidFill>
            <a:srgbClr val="6B00E0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Revue cohérence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89520" y="3017520"/>
            <a:ext cx="1280160" cy="64008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0664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</a:rPr>
              <a:t>Rapport final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0" y="4206240"/>
            <a:ext cx="274320" cy="274320"/>
          </a:xfrm>
          <a:prstGeom prst="ellipse">
            <a:avLst/>
          </a:prstGeom>
          <a:solidFill>
            <a:srgbClr val="6B00E0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= IA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955280" y="4206240"/>
            <a:ext cx="274320" cy="274320"/>
          </a:xfrm>
          <a:prstGeom prst="ellipse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= Manuel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Workflow : Phase Collecte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Étapes 1-3 : De l'upload à l'IRL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solidFill>
            <a:srgbClr val="F3F3F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1. Upload batch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L'utilisateur charge 100-200 documents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Formats supportés : PDF, Word, Excel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Upload par drag &amp; drop ou import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51760" cy="2926080"/>
          </a:xfrm>
          <a:prstGeom prst="rect">
            <a:avLst/>
          </a:prstGeom>
          <a:solidFill>
            <a:srgbClr val="F3E8FF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2. Classification 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L'IA analyse chaque document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Attribution automatique : TAX, Social, Corporate, IP/IT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Classement dans l'arborescence standard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651760" cy="2926080"/>
          </a:xfrm>
          <a:prstGeom prst="rect">
            <a:avLst/>
          </a:prstGeom>
          <a:solidFill>
            <a:srgbClr val="F3F3F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3. Génération IRL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Liste des documents manquants générée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Priorisation par criticité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Export PDF/Word + envoi email client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Workflow : Phase Analyse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Étapes 4-6 : Génération et Q&amp;A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solidFill>
            <a:srgbClr val="F3E8FF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4. Génération Rapport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Clic sur "Générer avec IA"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Création des tableaux (résultat fiscal, effectifs...)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Listes de risques avec niveaux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Synthèses par domaine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51760" cy="2926080"/>
          </a:xfrm>
          <a:prstGeom prst="rect">
            <a:avLst/>
          </a:prstGeom>
          <a:solidFill>
            <a:srgbClr val="F3F3F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5. Revue manuelle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L'utilisateur valide chaque élément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Modification possible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Liaison avec documents sources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Traçabilité complète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651760" cy="2926080"/>
          </a:xfrm>
          <a:prstGeom prst="rect">
            <a:avLst/>
          </a:prstGeom>
          <a:solidFill>
            <a:srgbClr val="F3E8FF"/>
          </a:solidFill>
          <a:ln w="12700">
            <a:solidFill>
              <a:srgbClr val="6B0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6. Q&amp;A automatique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Questions standards par domaine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L'IA cherche les réponses dans les docs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Identification des informations manquantes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Score de confiance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Workflow : Phase Finalisation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Étapes 7-12 : Du Q&amp;A au rapport final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00E0"/>
                </a:solidFill>
              </a:rPr>
              <a:t>7-8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Échanges Q&amp;A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4173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Envoi questions au client → Réception réponses → Mise à jour automatique du rapport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231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00E0"/>
                </a:solidFill>
              </a:rPr>
              <a:t>9-10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4231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Validation &amp; Export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4231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Revue finale des modifications → Export PowerPoint structuré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00E0"/>
                </a:solidFill>
              </a:rPr>
              <a:t>11-12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429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Contrôle &amp; Livraison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4290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Vérification cohérence IA → Validation des risques → Rapport final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Besoins IA : Vue d'ensemble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6B00E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Tâche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8328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Modèle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Complexité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Qualité req.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Classification documents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GPT-4o-mini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508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⭐⭐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Moyenne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Génération rapport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GPT-4o / Claude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Haute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Extraction Q&amp;A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GPT-4o / Claude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⭐⭐⭐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Haute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Propositions modifications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GPT-4o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⭐⭐⭐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Haute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Revue cohérence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GPT-4o (long context)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⭐⭐⭐⭐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Critique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Stratégie recommandée : Mix de modèles pour optimiser coût/qualité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Besoins IA : Détail technique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Volume estimé par projet (200 documents)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6B00E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Opération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1280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Tokens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280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 Tokens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Modèle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737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400K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737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20K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Mini/Haiku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Génération Rapport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500K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75K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GPT-4o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560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Extraction Q&amp;A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500K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50K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GPT-4o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Modifications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2971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100K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971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20K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GPT-4o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Revue Cohérence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0" y="3383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150K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383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30K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3383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GPT-4o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79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TOTAL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~1.65M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~195K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656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0E0"/>
                </a:solidFill>
              </a:rPr>
              <a:t>Mix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Coûts de fonctionnement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Base : 5 projets/mois • 200 documents/projet (100 longs + 100 courts)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560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Scénario Économique (MVP)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LLM (mix GPT-4o-mini + GPT-4o)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1828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~20€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Hébergement Vercel Pro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~20€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Storage &amp; DB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~5€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Email (SendGrid free)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0€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3566160" cy="4114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TOTAL : ~45€/mois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00E0"/>
                </a:solidFill>
              </a:rPr>
              <a:t>~9€/projet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3931920" cy="256032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Scénario Production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LLM (GPT-4o / Claude Sonnet)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1828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~40€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Azure App Service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2148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~25€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Storage &amp; DB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2468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~10€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OCR (si scans)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~60€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Monitoring &amp; backup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3108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~15€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291840"/>
            <a:ext cx="3566160" cy="411480"/>
          </a:xfrm>
          <a:prstGeom prst="rect">
            <a:avLst/>
          </a:prstGeom>
          <a:solidFill>
            <a:srgbClr val="6B00E0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291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: ~150€/mois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00E0"/>
                </a:solidFill>
              </a:rPr>
              <a:t>~30€/projet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Investissements initiaux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Estimation développement backend 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6B00E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280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Durée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280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Coût estimé*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Phase 1 : Fondations (API, DB, Storage)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737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2-3j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1 000 - 1 500€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Phase 2 : Extraction texte PDF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148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1-2j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500 - 1 000€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60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Phase 3 : Classification 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560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2-3j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5603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1 000 - 1 500€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71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Phase 4 : Génération Rapport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29718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3-4j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971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1 500 - 2 000€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383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Phase 5 : IRL &amp; Q&amp;A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3383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2-3j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383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1 000 - 1 500€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94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Phase 6 : Export &amp; Revue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3794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2-3j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3794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1 000 - 1 500€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TOTAL estimé : 12-18 jours • 6 000 - 9 000€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*Base TJM freelance dev senior : ~500€/jour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Approche itérative : livraison continue de valeur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8229600" cy="1371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S1-S2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Fondations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API, DB, Upload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96596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S3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PDF → Texte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1965960"/>
            <a:ext cx="411480" cy="411480"/>
          </a:xfrm>
          <a:prstGeom prst="ellipse">
            <a:avLst/>
          </a:prstGeom>
          <a:solidFill>
            <a:srgbClr val="6B00E0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00E0"/>
                </a:solidFill>
              </a:rPr>
              <a:t>S4-S5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IA TAX first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1965960"/>
            <a:ext cx="411480" cy="411480"/>
          </a:xfrm>
          <a:prstGeom prst="ellipse">
            <a:avLst/>
          </a:prstGeom>
          <a:solidFill>
            <a:srgbClr val="6B00E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00E0"/>
                </a:solidFill>
              </a:rPr>
              <a:t>S6-S7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Rapport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Génération 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1965960"/>
            <a:ext cx="411480" cy="41148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A0"/>
                </a:solidFill>
              </a:rPr>
              <a:t>S8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IRL/Q&amp;A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Automatisation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1965960"/>
            <a:ext cx="411480" cy="41148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A0"/>
                </a:solidFill>
              </a:rPr>
              <a:t>S9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Export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PPT + Revue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3200400"/>
            <a:ext cx="45720" cy="9144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3657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MVP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Domaine TAX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228600" cy="2286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0" y="4206240"/>
            <a:ext cx="228600" cy="228600"/>
          </a:xfrm>
          <a:prstGeom prst="ellipse">
            <a:avLst/>
          </a:prstGeom>
          <a:solidFill>
            <a:srgbClr val="6B00E0"/>
          </a:solidFill>
          <a:ln/>
        </p:spPr>
      </p:sp>
      <p:sp>
        <p:nvSpPr>
          <p:cNvPr id="34" name="Text 32"/>
          <p:cNvSpPr/>
          <p:nvPr/>
        </p:nvSpPr>
        <p:spPr>
          <a:xfrm>
            <a:off x="2606040" y="4160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IA Core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4206240"/>
            <a:ext cx="228600" cy="22860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36" name="Text 34"/>
          <p:cNvSpPr/>
          <p:nvPr/>
        </p:nvSpPr>
        <p:spPr>
          <a:xfrm>
            <a:off x="4160520" y="4160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Features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Stratégie : TAX First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</a:rPr>
              <a:t>Pourquoi commencer par le domaine fiscal 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Volume de données structurées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Liasses fiscales, déclarations → Format prévisible, extraction fiable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Expertise interne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Équipe cofondatrice = fiscalistes → Prompts précis, validation rapide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Quick win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Tableaux IS, TEI, CIR → Valeur immédiate et démontrable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Réplicabilité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Une fois le modèle validé → Extension Social, Corporate, IP/IT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Éléments métier à fournir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Pour paramétrer l'IA avec notre expertise métier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6B00E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1208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3840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Arborescence documentaire standard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691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1E8C"/>
                </a:solidFill>
              </a:rPr>
              <a:t>HAUTE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1691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Excel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756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IRL type par domaine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1E8C"/>
                </a:solidFill>
              </a:rPr>
              <a:t>HAUTE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2075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Excel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4597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Q&amp;A standard par domaine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4597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1E8C"/>
                </a:solidFill>
              </a:rPr>
              <a:t>HAUTE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24597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Excel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43784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84378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Templates tableaux rapport (IS, effectifs...)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28437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1E8C"/>
                </a:solidFill>
              </a:rPr>
              <a:t>HAUTE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28437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Excel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27832"/>
            <a:ext cx="8229600" cy="3840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278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Guide de style rédactionnel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32278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</a:rPr>
              <a:t>MOYENNE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3227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Word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6118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Matrice d'évaluation des risques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611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</a:rPr>
              <a:t>MOYENNE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Excel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995928"/>
            <a:ext cx="8229600" cy="3840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99592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Template PowerPoint rapport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3995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</a:rPr>
              <a:t>MOYENNE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39959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PPTX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Avantage concurrentiel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9999"/>
                </a:solidFill>
              </a:rPr>
              <a:t>Approche traditionnelle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0E0"/>
                </a:solidFill>
              </a:rPr>
              <a:t>TaxAIDD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❌ Classification manuelle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Classification IA automatique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840480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❌ Saisie des données à la main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0"/>
            <a:ext cx="3840480" cy="4572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Extraction et structuration 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840480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❌ Recherche d'info document par document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560320"/>
            <a:ext cx="3840480" cy="4572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Q&amp;A intelligent sur tout le corpus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840480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❌ Contrôle qualité manuel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108960"/>
            <a:ext cx="3840480" cy="4572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Vérification de cohérence 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3840480" cy="4572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❌ Process variable selon l'équipe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657600"/>
            <a:ext cx="3840480" cy="4572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Workflow standardisé et traçable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Prochaines étapes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0E0"/>
                </a:solidFill>
              </a:rPr>
              <a:t>Validation de la vision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Alignement sur le périmètre et les priorités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Aujourd'hui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0E0"/>
                </a:solidFill>
              </a:rPr>
              <a:t>Fourniture éléments métier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IRL, Q&amp;A, templates rapport (domaine TAX)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Semaine prochaine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0E0"/>
                </a:solidFill>
              </a:rPr>
              <a:t>Lancement développement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Phase 1-3 : Fondations + Classification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Sous 2 semaines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0E0"/>
                </a:solidFill>
              </a:rPr>
              <a:t>MVP TAX opérationnel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Test sur un vrai dossier client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~6 semaines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00E0"/>
                </a:solidFill>
              </a:rPr>
              <a:t>Synthèse financière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011680"/>
          </a:xfrm>
          <a:prstGeom prst="rect">
            <a:avLst/>
          </a:prstGeom>
          <a:solidFill>
            <a:srgbClr val="F3E8FF"/>
          </a:solidFill>
          <a:ln w="25400">
            <a:solidFill>
              <a:srgbClr val="6B0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E0"/>
                </a:solidFill>
              </a:rPr>
              <a:t>Investissement initial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Développement backend 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554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6-9 k€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Paramétrage &amp; tests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~2 k€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3474720" cy="457200"/>
          </a:xfrm>
          <a:prstGeom prst="rect">
            <a:avLst/>
          </a:prstGeom>
          <a:solidFill>
            <a:srgbClr val="6B00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: 8-11 k€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840480" cy="2011680"/>
          </a:xfrm>
          <a:prstGeom prst="rect">
            <a:avLst/>
          </a:prstGeom>
          <a:solidFill>
            <a:srgbClr val="F3F3F3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Coûts récurrents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Phase MVP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1554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~45€/mois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Phase Production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1920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~150€/mois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377440"/>
            <a:ext cx="3474720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~9-30€/projet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Retour sur investissement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Si gain de 1 jour/dossier à 800€/jour • 5 dossiers/mois = 4 000€/mois d'économie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→ ROI &lt; 3 mois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00E0"/>
                </a:solidFill>
              </a:rPr>
              <a:t>TaxAIDD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2D2D"/>
                </a:solidFill>
              </a:rPr>
              <a:t>Due Diligence augmentée par l'IA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TaxAIDD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TaxAIDD - Présentation Cofondateurs</dc:title>
  <dc:subject>PptxGenJS Presentation</dc:subject>
  <dc:creator>TaxAIDD</dc:creator>
  <cp:lastModifiedBy>TaxAIDD</cp:lastModifiedBy>
  <cp:revision>1</cp:revision>
  <dcterms:created xsi:type="dcterms:W3CDTF">2026-01-27T18:29:01Z</dcterms:created>
  <dcterms:modified xsi:type="dcterms:W3CDTF">2026-01-27T18:29:01Z</dcterms:modified>
</cp:coreProperties>
</file>